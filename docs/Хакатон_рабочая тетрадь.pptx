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62" r:id="rId3"/>
    <p:sldId id="263" r:id="rId4"/>
    <p:sldId id="265" r:id="rId5"/>
    <p:sldId id="264" r:id="rId6"/>
    <p:sldId id="267" r:id="rId7"/>
    <p:sldId id="268" r:id="rId8"/>
    <p:sldId id="269" r:id="rId9"/>
    <p:sldId id="270" r:id="rId10"/>
    <p:sldId id="271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68"/>
    <p:restoredTop sz="94608"/>
  </p:normalViewPr>
  <p:slideViewPr>
    <p:cSldViewPr snapToGrid="0">
      <p:cViewPr varScale="1">
        <p:scale>
          <a:sx n="139" d="100"/>
          <a:sy n="139" d="100"/>
        </p:scale>
        <p:origin x="16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28CE93-2F1B-2117-AD81-066128336E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40A6F11-D6F6-B6D4-7AF4-F1673D094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5424AA-A88D-B5AE-EE2A-99F1E0143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1214-8C2A-5E49-8101-6AAB0B2FF557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6A6643-9221-9D08-5BBE-2C18CCF41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EBF881-5CEB-EC6E-097F-822E53F10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3E8B-31E1-864E-A38F-3D6BC18C1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8069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1432AD-0397-BAC0-E5F3-134EC5AD4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41BF9D-FBD7-11C0-DBAC-4B72EFD70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CDB763-56E5-2997-0D2F-67FC9D4B8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1214-8C2A-5E49-8101-6AAB0B2FF557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4E7B54-0064-B25C-73A9-CCA20AA7D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7ED9D3-670A-ED81-CA37-EA35E247A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3E8B-31E1-864E-A38F-3D6BC18C1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48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532B38-C4CD-A14B-AB95-DF0B24E62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8AD9A55-4AA3-2308-50E2-437A0EDA1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3B51F6-0635-AA8F-DF9A-B3069B221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1214-8C2A-5E49-8101-6AAB0B2FF557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5356A8-7A49-F05F-4A39-9501172B4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B44D7C-0608-5307-E774-E6E17125C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3E8B-31E1-864E-A38F-3D6BC18C1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6884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996E68-C798-44FB-8F0B-799642ECA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161A86-F75B-1B96-B87C-83A6ED4AA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C2E152-D236-1A76-F33B-8AA1A4E1E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F5FA64D-9704-DAEF-4FF6-9ECEFB3B0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1214-8C2A-5E49-8101-6AAB0B2FF557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3BC6E3-661E-A2B1-1065-5961582D3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7132046-3A63-97C1-E26B-F0D65FC6C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3E8B-31E1-864E-A38F-3D6BC18C1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027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1B00A1-4A25-E1E7-FB7D-07A5CA39F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D3EF0B-0733-D41A-8FB4-00F1BC108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917C1F-8F9D-01F5-7C68-17CB4600BA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435BB6A-40DE-4373-066F-90552B73B0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51A2792-212D-2A05-BD98-B80E2C2EDD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8BE1B5D-D2D2-D801-F594-3A9845701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1214-8C2A-5E49-8101-6AAB0B2FF557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851D300-AD39-CB5E-08DA-B545635F7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302BFE-E2EB-A5A1-67AC-1430D1771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3E8B-31E1-864E-A38F-3D6BC18C1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6903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C03AFA-CAE4-7380-8069-D3D3E3BEA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DE05360-D377-EBDB-A5A8-1DA4DFA12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1214-8C2A-5E49-8101-6AAB0B2FF557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85F7E08-FD72-A076-4331-15B22E05D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931DA60-1894-240F-0E61-8D143261A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3E8B-31E1-864E-A38F-3D6BC18C1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4341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309E8BB-510F-7AAF-F482-9BBA2E93D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1214-8C2A-5E49-8101-6AAB0B2FF557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19C070C-95D7-2258-D700-4352F4B8D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5C9EB0-7AF4-BF18-9B8F-64584362A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3E8B-31E1-864E-A38F-3D6BC18C1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395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03A53D-2D03-F7D4-FA69-D95D58144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6B9935-BB57-91E1-C60C-19ADC0E4E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2518B8C-6CC2-9A8B-2C39-0217987CA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75A692-0DAC-CBEA-9CE5-1D282E1CB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1214-8C2A-5E49-8101-6AAB0B2FF557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B562A26-A0DC-BB4B-4A6A-8B7D33390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5D011A-0F90-BFA6-8C6E-97C5C0D42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3E8B-31E1-864E-A38F-3D6BC18C1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7957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663B77-6F24-6E1E-F4A0-DAF1E83D2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E808820-C534-D20E-3F25-E50A682440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9436BF4-3819-92E4-F72F-12068ECB56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D272E97-FADD-BC1C-CE9A-15E54D618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1214-8C2A-5E49-8101-6AAB0B2FF557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78F5173-4217-2B21-8E8B-3373FCD3D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E38E0D-09AE-7B73-5B42-830C60A44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3E8B-31E1-864E-A38F-3D6BC18C1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9606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D288EF-2ED0-23D7-3F33-01B745400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868DCA8-3F9B-C0D0-E7C1-12B1EF50B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5CF6BE-8A3B-D453-573F-A5FDC6CDE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1214-8C2A-5E49-8101-6AAB0B2FF557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2AC4FD-BF77-396F-9C60-C559ECB73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32D0F2-6A22-3CAD-5E65-1566FF86D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3E8B-31E1-864E-A38F-3D6BC18C1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02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7A772BA-37FA-F306-9E3A-99F53C462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F4412D8-478C-B457-05BE-6232019668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3D62AA-A086-85EB-163C-849246B05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1214-8C2A-5E49-8101-6AAB0B2FF557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1BF597-F86F-DE47-C5CE-55956DEDA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9D0F88-356C-F20F-8510-69BFFD0F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3E8B-31E1-864E-A38F-3D6BC18C1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4602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9DE1C3-E8BD-4FAA-33BB-B2849079C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235C5A-67B0-ECF5-1A69-7ED445341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6E9E6D-A328-0A60-EE3B-390B2C6DB5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021214-8C2A-5E49-8101-6AAB0B2FF557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705915-5679-3D0D-3307-396733C2AC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21AA41-CB38-8FF2-F74B-773A2EE85B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23E8B-31E1-864E-A38F-3D6BC18C1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2652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B175F3-86F1-20F5-83A6-234BA649E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DA55D6-9160-A02A-5F3D-238284A17A1C}"/>
              </a:ext>
            </a:extLst>
          </p:cNvPr>
          <p:cNvSpPr txBox="1"/>
          <p:nvPr/>
        </p:nvSpPr>
        <p:spPr>
          <a:xfrm>
            <a:off x="2185988" y="5557837"/>
            <a:ext cx="3567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Helvetica" pitchFamily="2" charset="0"/>
              </a:rPr>
              <a:t>КОМАНДА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DAA6D1-B53E-A985-D214-9EF060F0C609}"/>
              </a:ext>
            </a:extLst>
          </p:cNvPr>
          <p:cNvSpPr txBox="1"/>
          <p:nvPr/>
        </p:nvSpPr>
        <p:spPr>
          <a:xfrm>
            <a:off x="2185988" y="5927169"/>
            <a:ext cx="3570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Helvetica" pitchFamily="2" charset="0"/>
              </a:rPr>
              <a:t>Название кейса от институции</a:t>
            </a:r>
          </a:p>
        </p:txBody>
      </p:sp>
    </p:spTree>
    <p:extLst>
      <p:ext uri="{BB962C8B-B14F-4D97-AF65-F5344CB8AC3E}">
        <p14:creationId xmlns:p14="http://schemas.microsoft.com/office/powerpoint/2010/main" val="1578916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89856D8-0E77-9F21-172D-DB14A008E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EC91CA-5FA2-AC9A-4C83-D80265769E4C}"/>
              </a:ext>
            </a:extLst>
          </p:cNvPr>
          <p:cNvSpPr txBox="1"/>
          <p:nvPr/>
        </p:nvSpPr>
        <p:spPr>
          <a:xfrm>
            <a:off x="288036" y="1680782"/>
            <a:ext cx="111728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1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Название проекта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Zotov</a:t>
            </a:r>
            <a:r>
              <a:rPr lang="en-US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-Navigation</a:t>
            </a:r>
            <a:endParaRPr lang="ru-RU" sz="1800" b="0" i="0" u="none" strike="noStrike" cap="none" dirty="0">
              <a:solidFill>
                <a:schemeClr val="dk1"/>
              </a:solidFill>
              <a:latin typeface="Helvetica" pitchFamily="2" charset="0"/>
              <a:ea typeface="Manrope"/>
              <a:cs typeface="Manrope"/>
              <a:sym typeface="Manrop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1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Проблема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Сложность ориентации внутри здания и отсутствие доступных маршрутов для людей</a:t>
            </a:r>
            <a:endParaRPr lang="ru-RU" sz="1800" b="0" i="0" u="none" strike="noStrike" cap="none" dirty="0">
              <a:solidFill>
                <a:srgbClr val="FF0000"/>
              </a:solidFill>
              <a:latin typeface="Helvetica" pitchFamily="2" charset="0"/>
              <a:ea typeface="Manrope"/>
              <a:cs typeface="Manrope"/>
              <a:sym typeface="Manrop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1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Целевая аудитория</a:t>
            </a:r>
          </a:p>
          <a:p>
            <a:r>
              <a:rPr lang="en-US" dirty="0" err="1"/>
              <a:t>П</a:t>
            </a:r>
            <a:r>
              <a:rPr lang="ru-RU" dirty="0" err="1"/>
              <a:t>осетители</a:t>
            </a:r>
            <a:r>
              <a:rPr lang="ru-RU" dirty="0"/>
              <a:t> выставок и мероприятий 18-45 лет</a:t>
            </a:r>
          </a:p>
          <a:p>
            <a:r>
              <a:rPr lang="ru-RU" dirty="0"/>
              <a:t>Новые посетители центра</a:t>
            </a:r>
          </a:p>
          <a:p>
            <a:r>
              <a:rPr lang="ru-RU" dirty="0"/>
              <a:t>Посетители с низким уровнем знакомства с пространством центра «Зотов»</a:t>
            </a:r>
          </a:p>
        </p:txBody>
      </p:sp>
    </p:spTree>
    <p:extLst>
      <p:ext uri="{BB962C8B-B14F-4D97-AF65-F5344CB8AC3E}">
        <p14:creationId xmlns:p14="http://schemas.microsoft.com/office/powerpoint/2010/main" val="3396004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C2B6E-3582-0B51-ADBC-5773EEEFC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347B181-44CE-1A92-CC3A-06255F1BA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675612-2C19-624A-53C4-B4FDFC1EE3C4}"/>
              </a:ext>
            </a:extLst>
          </p:cNvPr>
          <p:cNvSpPr txBox="1"/>
          <p:nvPr/>
        </p:nvSpPr>
        <p:spPr>
          <a:xfrm>
            <a:off x="342900" y="1671638"/>
            <a:ext cx="111728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1" i="0" u="none" strike="noStrike" cap="none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Решение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dirty="0"/>
              <a:t>Интерактивная веб-карта</a:t>
            </a:r>
            <a:r>
              <a:rPr lang="en-US" dirty="0"/>
              <a:t>, </a:t>
            </a:r>
            <a:r>
              <a:rPr lang="ru-RU" dirty="0"/>
              <a:t>которая строит персональные маршруты внутри здания с учетом физических ограничений (движение, зрение, слух) через быстрый доступ по </a:t>
            </a:r>
            <a:r>
              <a:rPr lang="en-US" dirty="0"/>
              <a:t>QR-</a:t>
            </a:r>
            <a:r>
              <a:rPr lang="ru-RU" dirty="0"/>
              <a:t>кодам + цифровой путеводитель.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ru-RU" sz="1800" b="0" i="0" u="none" strike="noStrike" cap="none"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1" i="0" u="none" strike="noStrike" cap="none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Уникальные свойства и преимущественные характеристики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b="1" dirty="0"/>
              <a:t>Инклюзивные алгоритмы:</a:t>
            </a:r>
            <a:r>
              <a:rPr lang="ru-RU" dirty="0"/>
              <a:t> расчет пути только через пандусы, лифты и широкие проемы для маломобильных групп.</a:t>
            </a:r>
            <a:br>
              <a:rPr lang="ru-RU" dirty="0"/>
            </a:br>
            <a:r>
              <a:rPr lang="en-US" b="1" dirty="0"/>
              <a:t>Web-native:</a:t>
            </a:r>
            <a:r>
              <a:rPr lang="en-US" dirty="0"/>
              <a:t> </a:t>
            </a:r>
            <a:r>
              <a:rPr lang="ru-RU" dirty="0"/>
              <a:t>мгновенный запуск в браузере по </a:t>
            </a:r>
            <a:r>
              <a:rPr lang="en-US" dirty="0"/>
              <a:t>QR-</a:t>
            </a:r>
            <a:r>
              <a:rPr lang="ru-RU" dirty="0"/>
              <a:t>коду - не нужно скачивать приложение.</a:t>
            </a:r>
            <a:br>
              <a:rPr lang="ru-RU" dirty="0"/>
            </a:br>
            <a:r>
              <a:rPr lang="ru-RU" b="1" dirty="0"/>
              <a:t>Технологическая гибкость:</a:t>
            </a:r>
            <a:r>
              <a:rPr lang="ru-RU" dirty="0"/>
              <a:t> готовый модуль для бесшовной интеграции в существующий сайт на </a:t>
            </a:r>
            <a:r>
              <a:rPr lang="en-US" dirty="0"/>
              <a:t>WordPress.</a:t>
            </a:r>
            <a:endParaRPr lang="ru-RU" sz="1800" b="0" i="0" u="none" strike="noStrike" cap="none"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4061367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465DC-7135-DEE9-84F6-ECF3689BB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2C43502-7032-8732-720F-2BF265847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23F802-35AC-F2BC-7D76-EF80AF0D61F0}"/>
              </a:ext>
            </a:extLst>
          </p:cNvPr>
          <p:cNvSpPr txBox="1"/>
          <p:nvPr/>
        </p:nvSpPr>
        <p:spPr>
          <a:xfrm>
            <a:off x="342900" y="1671638"/>
            <a:ext cx="11172825" cy="1699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  <a:buSzPts val="4000"/>
            </a:pPr>
            <a:r>
              <a:rPr lang="ru-RU" sz="24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Наш проект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- </a:t>
            </a:r>
            <a:r>
              <a:rPr lang="ru-RU" sz="2400" b="0" i="0" u="none" strike="noStrike" cap="none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Z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otov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-navigation – </a:t>
            </a:r>
            <a:r>
              <a:rPr lang="ru-RU" sz="24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решает проблему сложности </a:t>
            </a:r>
            <a:r>
              <a:rPr lang="ru-RU" sz="2400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ориентации,</a:t>
            </a:r>
            <a:r>
              <a:rPr lang="en-US" sz="2400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 </a:t>
            </a:r>
            <a:r>
              <a:rPr lang="ru-RU" sz="24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перемещения и отсутствия доступных маршрутов для посетителей </a:t>
            </a:r>
            <a:r>
              <a:rPr lang="en-US" sz="2400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вн</a:t>
            </a:r>
            <a:r>
              <a:rPr lang="ru-RU" sz="2400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утри здания</a:t>
            </a:r>
            <a:r>
              <a:rPr lang="ru-RU" sz="24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6140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B1588F0-472B-9D95-C3E4-652FF8767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903214-542B-EF36-4404-C94AB0A4DC40}"/>
              </a:ext>
            </a:extLst>
          </p:cNvPr>
          <p:cNvSpPr txBox="1"/>
          <p:nvPr/>
        </p:nvSpPr>
        <p:spPr>
          <a:xfrm>
            <a:off x="314323" y="1397674"/>
            <a:ext cx="1131570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Мы делаем</a:t>
            </a:r>
            <a:br>
              <a:rPr lang="ru-RU" sz="2400" dirty="0"/>
            </a:br>
            <a:r>
              <a:rPr lang="ru-RU" sz="2400" dirty="0"/>
              <a:t>веб-сервис интерактивной инклюзивной навигации (интегрируемый в </a:t>
            </a:r>
            <a:r>
              <a:rPr lang="en-US" sz="2400" dirty="0"/>
              <a:t>WordPress).</a:t>
            </a:r>
            <a:br>
              <a:rPr lang="en-US" sz="2400" dirty="0"/>
            </a:br>
            <a:r>
              <a:rPr lang="ru-RU" sz="2400" b="1" dirty="0"/>
              <a:t>А внутри</a:t>
            </a:r>
            <a:br>
              <a:rPr lang="ru-RU" sz="2400" dirty="0"/>
            </a:br>
            <a:r>
              <a:rPr lang="ru-RU" sz="2400" dirty="0"/>
              <a:t>Технологии:</a:t>
            </a:r>
            <a:br>
              <a:rPr lang="ru-RU" sz="2400" dirty="0"/>
            </a:br>
            <a:r>
              <a:rPr lang="en-US" sz="2400" b="1" dirty="0"/>
              <a:t>Frontend:</a:t>
            </a:r>
            <a:r>
              <a:rPr lang="en-US" sz="2400" dirty="0"/>
              <a:t> JavaScript (</a:t>
            </a:r>
            <a:r>
              <a:rPr lang="ru-RU" sz="2400" dirty="0"/>
              <a:t>библиотека </a:t>
            </a:r>
            <a:r>
              <a:rPr lang="en-US" sz="2400" dirty="0"/>
              <a:t>React </a:t>
            </a:r>
            <a:r>
              <a:rPr lang="ru-RU" sz="2400" dirty="0"/>
              <a:t>или </a:t>
            </a:r>
            <a:r>
              <a:rPr lang="en-US" sz="2400" dirty="0" err="1"/>
              <a:t>Vue.js</a:t>
            </a:r>
            <a:r>
              <a:rPr lang="en-US" sz="2400" dirty="0"/>
              <a:t>), HTML5, CSS3 (</a:t>
            </a:r>
            <a:r>
              <a:rPr lang="ru-RU" sz="2400" dirty="0"/>
              <a:t>адаптивная верстка под мобильные устройства).</a:t>
            </a:r>
            <a:br>
              <a:rPr lang="ru-RU" sz="2400" dirty="0"/>
            </a:br>
            <a:r>
              <a:rPr lang="en-US" sz="2400" b="1" dirty="0"/>
              <a:t>Backend &amp; Integration:</a:t>
            </a:r>
            <a:r>
              <a:rPr lang="en-US" sz="2400" dirty="0"/>
              <a:t> PHP (</a:t>
            </a:r>
            <a:r>
              <a:rPr lang="ru-RU" sz="2400" dirty="0"/>
              <a:t>для разработки плагина под </a:t>
            </a:r>
            <a:r>
              <a:rPr lang="en-US" sz="2400" dirty="0"/>
              <a:t>WordPress), REST API.</a:t>
            </a:r>
            <a:br>
              <a:rPr lang="en-US" sz="2400" dirty="0"/>
            </a:br>
            <a:r>
              <a:rPr lang="ru-RU" sz="2400" b="1" dirty="0"/>
              <a:t>Графика и данные:</a:t>
            </a:r>
            <a:r>
              <a:rPr lang="ru-RU" sz="2400" dirty="0"/>
              <a:t> </a:t>
            </a:r>
            <a:r>
              <a:rPr lang="en-US" sz="2400" dirty="0"/>
              <a:t>SVG (</a:t>
            </a:r>
            <a:r>
              <a:rPr lang="ru-RU" sz="2400" dirty="0"/>
              <a:t>векторные карты этажей для высокой четкости при зуме), </a:t>
            </a:r>
            <a:r>
              <a:rPr lang="en-US" sz="2400" dirty="0"/>
              <a:t>JSON (</a:t>
            </a:r>
            <a:r>
              <a:rPr lang="ru-RU" sz="2400" dirty="0"/>
              <a:t>для хранения координат и точек интереса).</a:t>
            </a:r>
            <a:br>
              <a:rPr lang="ru-RU" sz="2400" dirty="0"/>
            </a:br>
            <a:r>
              <a:rPr lang="ru-RU" sz="2400" b="1" dirty="0"/>
              <a:t>Инструменты:</a:t>
            </a:r>
            <a:r>
              <a:rPr lang="ru-RU" sz="2400" dirty="0"/>
              <a:t> </a:t>
            </a:r>
            <a:r>
              <a:rPr lang="en-US" sz="2400" dirty="0"/>
              <a:t>QR-code generator API (</a:t>
            </a:r>
            <a:r>
              <a:rPr lang="ru-RU" sz="2400" dirty="0"/>
              <a:t>для мгновенного входа в навигацию).</a:t>
            </a:r>
            <a:endParaRPr lang="ru-RU" sz="2400" b="1" i="0" u="none" strike="noStrike" cap="none" dirty="0">
              <a:solidFill>
                <a:schemeClr val="dk1"/>
              </a:solidFill>
              <a:latin typeface="Helvetica" pitchFamily="2" charset="0"/>
              <a:ea typeface="Manrope"/>
              <a:cs typeface="Manrope"/>
              <a:sym typeface="Manrope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1327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CA93D-328A-6D6C-9F54-1809DDD61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43A84C7-2E54-CC1D-D4D0-06CCDCB8A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405E2D-8036-15B2-46B9-B2BD3BCCB9E8}"/>
              </a:ext>
            </a:extLst>
          </p:cNvPr>
          <p:cNvSpPr txBox="1"/>
          <p:nvPr/>
        </p:nvSpPr>
        <p:spPr>
          <a:xfrm>
            <a:off x="277585" y="1581753"/>
            <a:ext cx="11364685" cy="2356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Креатор: Андрей</a:t>
            </a:r>
            <a:r>
              <a:rPr lang="en-US" sz="2000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 – </a:t>
            </a:r>
            <a:r>
              <a:rPr lang="en-US" sz="2000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С</a:t>
            </a:r>
            <a:r>
              <a:rPr lang="ru-RU" sz="2000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тудент</a:t>
            </a:r>
            <a:r>
              <a:rPr lang="ru-RU" sz="2000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 </a:t>
            </a:r>
            <a:r>
              <a:rPr lang="ru-RU" sz="2000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U</a:t>
            </a:r>
            <a:r>
              <a:rPr lang="en-US" sz="2000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niversal</a:t>
            </a:r>
            <a:r>
              <a:rPr lang="en-US" sz="2000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 University.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 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Навыки: Сов</a:t>
            </a:r>
            <a:r>
              <a:rPr lang="ru-RU" sz="2000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ременное искусство</a:t>
            </a:r>
            <a:r>
              <a:rPr lang="en-US" sz="2000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.</a:t>
            </a:r>
            <a:endParaRPr lang="ru-RU" sz="2000" b="0" i="0" u="none" strike="noStrike" cap="none" dirty="0">
              <a:solidFill>
                <a:schemeClr val="dk1"/>
              </a:solidFill>
              <a:latin typeface="Helvetica" pitchFamily="2" charset="0"/>
              <a:ea typeface="Manrope"/>
              <a:cs typeface="Manrope"/>
              <a:sym typeface="Manrope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Девелопер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: Александр Фомин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 – </a:t>
            </a:r>
            <a:r>
              <a:rPr lang="ru-RU" sz="2000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студент Школы 21</a:t>
            </a:r>
            <a:r>
              <a:rPr lang="en-US" sz="2000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.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 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 Навыки: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 </a:t>
            </a:r>
            <a:r>
              <a:rPr lang="ru-RU" sz="2000" b="0" i="0" u="none" strike="noStrike" cap="none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B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ackend</a:t>
            </a:r>
            <a:r>
              <a:rPr lang="ru-RU" sz="2000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-разработка 3 года</a:t>
            </a:r>
            <a:r>
              <a:rPr lang="en-US" sz="2000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.</a:t>
            </a:r>
            <a:endParaRPr lang="ru-RU" sz="2000" b="0" i="0" u="none" strike="noStrike" cap="none" dirty="0">
              <a:solidFill>
                <a:schemeClr val="dk1"/>
              </a:solidFill>
              <a:latin typeface="Helvetica" pitchFamily="2" charset="0"/>
              <a:ea typeface="Manrope"/>
              <a:cs typeface="Manrope"/>
              <a:sym typeface="Manrope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Девелопер: </a:t>
            </a:r>
            <a:r>
              <a:rPr lang="ru-RU" sz="2000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Джам</a:t>
            </a:r>
            <a:r>
              <a:rPr lang="ru-RU" sz="2000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 </a:t>
            </a:r>
            <a:r>
              <a:rPr lang="ru-RU" sz="2000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Бахронов</a:t>
            </a:r>
            <a:r>
              <a:rPr lang="ru-RU" sz="2000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 – Студент Школы 2</a:t>
            </a:r>
            <a:r>
              <a:rPr lang="en-US" sz="2000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1. 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Навыки: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П</a:t>
            </a:r>
            <a:r>
              <a:rPr lang="ru-RU" sz="2000" b="0" i="0" u="none" strike="noStrike" cap="none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рограммист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 и архитектор </a:t>
            </a:r>
            <a:r>
              <a:rPr lang="ru-RU" sz="2000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баз данных,</a:t>
            </a:r>
            <a:r>
              <a:rPr lang="en-US" sz="2000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 </a:t>
            </a:r>
            <a:r>
              <a:rPr lang="ru-RU" sz="2000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нейроэкономика</a:t>
            </a:r>
            <a:r>
              <a:rPr lang="en-US" sz="2000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.</a:t>
            </a:r>
            <a:endParaRPr lang="ru-RU" sz="2000" b="0" i="0" u="none" strike="noStrike" cap="none" dirty="0">
              <a:solidFill>
                <a:schemeClr val="dk1"/>
              </a:solidFill>
              <a:latin typeface="Helvetica" pitchFamily="2" charset="0"/>
              <a:ea typeface="Manrope"/>
              <a:cs typeface="Manrope"/>
              <a:sym typeface="Manrope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Девелопер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: Егор Титов – Студент Школы 21</a:t>
            </a:r>
            <a:r>
              <a:rPr lang="en-US" sz="2000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. 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Навыки: </a:t>
            </a:r>
            <a:r>
              <a:rPr lang="en-US" sz="2000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Backend-</a:t>
            </a:r>
            <a:r>
              <a:rPr lang="en-US" sz="2000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р</a:t>
            </a:r>
            <a:r>
              <a:rPr lang="ru-RU" sz="2000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азработка</a:t>
            </a:r>
            <a:r>
              <a:rPr lang="ru-RU" sz="2000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 2 года.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9043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80BA234-429A-DC8D-5183-F5405AACD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829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305A48D-21B2-4330-0324-3606E3CD7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B8E874-3A4A-991E-3B5E-95EF60534607}"/>
              </a:ext>
            </a:extLst>
          </p:cNvPr>
          <p:cNvSpPr txBox="1"/>
          <p:nvPr/>
        </p:nvSpPr>
        <p:spPr>
          <a:xfrm>
            <a:off x="252186" y="1190170"/>
            <a:ext cx="897527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>
                <a:latin typeface="Helvetica" pitchFamily="2" charset="0"/>
              </a:rPr>
              <a:t>Для объективной оценки большая просьба загружать в рабочую тетрадь все наработки по проекту. </a:t>
            </a:r>
          </a:p>
          <a:p>
            <a:pPr algn="just"/>
            <a:r>
              <a:rPr lang="ru-RU" sz="1600" dirty="0">
                <a:latin typeface="Helvetica" pitchFamily="2" charset="0"/>
              </a:rPr>
              <a:t>Также у каждой команды будет рабочая папка на Яндекс-диске, которую тоже можно использовать для сохранения материалов</a:t>
            </a:r>
          </a:p>
        </p:txBody>
      </p:sp>
    </p:spTree>
    <p:extLst>
      <p:ext uri="{BB962C8B-B14F-4D97-AF65-F5344CB8AC3E}">
        <p14:creationId xmlns:p14="http://schemas.microsoft.com/office/powerpoint/2010/main" val="2233389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1B105-3C49-A05B-4BC0-612F77A5C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EFEBC61-69C3-4F8C-FA32-9B8BE090D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408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66DF9-3FD0-9E02-830E-C77BE3F87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59028D-34AB-7DEE-B867-5C3D7E77E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679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343</Words>
  <Application>Microsoft Macintosh PowerPoint</Application>
  <PresentationFormat>Широкоэкранный</PresentationFormat>
  <Paragraphs>23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Helvetica</vt:lpstr>
      <vt:lpstr>Manrope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Teterina Julia</dc:creator>
  <cp:lastModifiedBy>e titov</cp:lastModifiedBy>
  <cp:revision>19</cp:revision>
  <dcterms:created xsi:type="dcterms:W3CDTF">2026-06-03T09:54:38Z</dcterms:created>
  <dcterms:modified xsi:type="dcterms:W3CDTF">2026-06-06T10:35:44Z</dcterms:modified>
</cp:coreProperties>
</file>